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A962"/>
                </a:solidFill>
              </a:defRPr>
            </a:pPr>
            <a:r>
              <a:t>myK9Show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The Premium Dog Show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9A962"/>
                </a:solidFill>
              </a:defRPr>
            </a:pPr>
            <a:r>
              <a:t>Multi-Agent Ideation Session —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CORE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</a:defRPr>
            </a:pPr>
            <a:r>
              <a:t>"Dog showing is a career, not a transaction."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4A5668"/>
                </a:solidFill>
              </a:defRPr>
            </a:pPr>
            <a:r>
              <a:t>myK9Show does the work you were going to do anyway, but better, faster, and with insights you couldn't generate yourself.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THREE MOVES, ONE INTEGRATED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C9A962"/>
                </a:solidFill>
              </a:defRPr>
            </a:pPr>
            <a:r>
              <a:t>Soul • Spine • Moat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B2A4A"/>
                </a:solidFill>
              </a:defRPr>
            </a:pPr>
            <a:r>
              <a:t>Move 1: The Career Narrative — THE SOUL</a:t>
            </a:r>
          </a:p>
          <a:p>
            <a:pPr lvl="1">
              <a:spcAft>
                <a:spcPts val="1200"/>
              </a:spcAft>
              <a:defRPr sz="1400">
                <a:solidFill>
                  <a:srgbClr val="4A5668"/>
                </a:solidFill>
              </a:defRPr>
            </a:pPr>
            <a:r>
              <a:t>Why exhibitors open the app when there's no show to manage</a:t>
            </a:r>
          </a:p>
          <a:p>
            <a:pPr>
              <a:spcAft>
                <a:spcPts val="200"/>
              </a:spcAft>
              <a:defRPr sz="1600" b="1">
                <a:solidFill>
                  <a:srgbClr val="1B2A4A"/>
                </a:solidFill>
              </a:defRPr>
            </a:pPr>
            <a:r>
              <a:t>Move 2: The Show Design Engine — THE SPINE</a:t>
            </a:r>
          </a:p>
          <a:p>
            <a:pPr lvl="1">
              <a:spcAft>
                <a:spcPts val="1200"/>
              </a:spcAft>
              <a:defRPr sz="1400">
                <a:solidFill>
                  <a:srgbClr val="4A5668"/>
                </a:solidFill>
              </a:defRPr>
            </a:pPr>
            <a:r>
              <a:t>Why secretaries can't go back to spreadsheets</a:t>
            </a:r>
          </a:p>
          <a:p>
            <a:pPr>
              <a:spcAft>
                <a:spcPts val="200"/>
              </a:spcAft>
              <a:defRPr sz="1600" b="1">
                <a:solidFill>
                  <a:srgbClr val="1B2A4A"/>
                </a:solidFill>
              </a:defRPr>
            </a:pPr>
            <a:r>
              <a:t>Move 3: The Emergent Intelligence Layer — THE MOAT</a:t>
            </a:r>
          </a:p>
          <a:p>
            <a:pPr lvl="1">
              <a:spcAft>
                <a:spcPts val="1200"/>
              </a:spcAft>
              <a:defRPr sz="1400">
                <a:solidFill>
                  <a:srgbClr val="4A5668"/>
                </a:solidFill>
              </a:defRPr>
            </a:pPr>
            <a:r>
              <a:t>What competitors can't replicate by building either pillar alone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669280"/>
            <a:ext cx="8229600" cy="54864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C9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1B2A4A"/>
                </a:solidFill>
              </a:defRPr>
            </a:pPr>
            <a:r>
              <a:t>Not three features. Three aspects of one reinforcing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MOVE 1: THE CAREER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C9A962"/>
                </a:solidFill>
              </a:defRPr>
            </a:pPr>
            <a:r>
              <a:t>The Soul — Why exhibitors love the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The Post-Show Moment — THE HOOK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After a show, exhibitors automatically receive: "Rex earned 2 points today. He now has 13 of 15 toward his Championship." Value arrives uninvited. Each show becomes a distribution event.</a:t>
            </a:r>
          </a:p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The Tuesday Screen — THE HABIT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Between shows, the app shows progress bars, strategic recommendations, and judge history. Fitness tracker energy — you open it to see the number.</a:t>
            </a:r>
          </a:p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The First Chapter — BELONGING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Novices enter through belonging, not progress. "Cooper: 1 show, 0 points. Chapter 1 of many."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CAREER NARRATIVE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C9A962"/>
                </a:solidFill>
              </a:defRPr>
            </a:pPr>
            <a:r>
              <a:t>Two-sided value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Secretary Flywheel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Career data powers predictive entry intelligence for secretaries. "40 exhibitors within driving distance need 1-2 points for a major" → better show planning.</a:t>
            </a:r>
          </a:p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Competitive Awareness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Leaderboards and standings, not friend lists. The tournament bracket, not the social network. "#1 Golden Retriever in the region just entered the same show as you."</a:t>
            </a:r>
          </a:p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Zero-Effort Onboarding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The exhibitor didn't sign up. The secretary used the app, results flowed, the career update appeared. "You don't ask for permission — you deliver something so obviously useful that opting out feels stupid."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MOVE 2: THE SHOW DESIGN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C9A962"/>
                </a:solidFill>
              </a:defRPr>
            </a:pPr>
            <a:r>
              <a:t>The Spine — Why secretaries depend on the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Conflict-Aware Design — PLANNING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Real-time conflict detection dashboard + what-if simulation. Every change shows its consequences instantly. "It's Google Maps for dog shows."</a:t>
            </a:r>
          </a:p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Adaptive Show Day — EXECUTION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The schedule is alive. When a breed finishes early or a judge runs late, the system adjusts and pushes updates: "Ring 3 running 15min ahead. Your breed moved up to 2:15pm."</a:t>
            </a:r>
          </a:p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Shared Visibility — COLLABORATION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Show committee sees the same live dashboard. One person builds; the committee sees. Transparency, not co-editing.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669280"/>
            <a:ext cx="8229600" cy="54864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C9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1B2A4A"/>
                </a:solidFill>
              </a:defRPr>
            </a:pPr>
            <a:r>
              <a:t>150+ breeds × 7 groups × 6-10 judges × 4-8 rings = Constraint satisfaction problem nobody has treated as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MOVE 3: THE EMERGENT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C9A962"/>
                </a:solidFill>
              </a:defRPr>
            </a:pPr>
            <a:r>
              <a:t>The Moat — What the intersection produces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Smart Entry Recommendations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"Enter Saturday for the strong major chance under Judge Chen. Enter Sunday to build data on a new judge." — Advice an experienced handler gives over coffee, now available to everyone.</a:t>
            </a:r>
          </a:p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Cross-Show Campaign Optimization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"4 shows over 2 days — enter Shows 1 &amp; 3 for best major probability. Skip Show 2. Enter Show 4 only if Show 1 doesn't produce your major." — From managing shows to managing a campaign.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669280"/>
            <a:ext cx="8229600" cy="54864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C9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1B2A4A"/>
                </a:solidFill>
              </a:defRPr>
            </a:pPr>
            <a:r>
              <a:t>The app transitions from tracker and planner to strategist. That's the long-term competitive moat.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REINFORCING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C9A962"/>
                </a:solidFill>
              </a:defRPr>
            </a:pPr>
            <a:r>
              <a:t>How the three moves create a self-accelerating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Career narrative creates exhibitor engagement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Engagement produces data (career state, judge history, entry patterns)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Data flows into the show design engine → predictive entry intelligence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Better shows attract more exhibitors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More exhibitors produce more career data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More data makes the intelligence layer smarter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Smarter intelligence makes the career narrative more valuable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The cycle accelerates → platform, not a collection of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669280"/>
            <a:ext cx="8229600" cy="54864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C9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1B2A4A"/>
                </a:solidFill>
              </a:defRPr>
            </a:pPr>
            <a:r>
              <a:t>One data model, three experiences. Each show is a distribution event.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MONETIZATION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C9A962"/>
                </a:solidFill>
              </a:defRPr>
            </a:pPr>
            <a:r>
              <a:t>Free tier is the data engine, not a loss leader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Free — "The Hook and the Habit"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Post-Show Moment, basic career page, basic show creation, conflict dashboard. Everything that creates data is free.</a:t>
            </a:r>
          </a:p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Premium — "The Intelligence" (~$9.99-14.99/mo)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Judge history, strategic recommendations, Smart Entry Recs, Cross-Show Optimization, competitive awareness, advanced analytics.</a:t>
            </a:r>
          </a:p>
          <a:p>
            <a:pPr>
              <a:spcAft>
                <a:spcPts val="200"/>
              </a:spcAft>
              <a:defRPr sz="1400" b="1">
                <a:solidFill>
                  <a:srgbClr val="1B2A4A"/>
                </a:solidFill>
              </a:defRPr>
            </a:pPr>
            <a:r>
              <a:t>Professional — "The Engine" (~$99-299/show)</a:t>
            </a:r>
          </a:p>
          <a:p>
            <a:pPr lvl="1">
              <a:spcAft>
                <a:spcPts val="1200"/>
              </a:spcAft>
              <a:defRPr sz="1200">
                <a:solidFill>
                  <a:srgbClr val="4A5668"/>
                </a:solidFill>
              </a:defRPr>
            </a:pPr>
            <a:r>
              <a:t>Full show design engine, what-if simulator, adaptive show day, predictive entry intelligence, auto-generated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669280"/>
            <a:ext cx="8229600" cy="54864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C9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1B2A4A"/>
                </a:solidFill>
              </a:defRPr>
            </a:pPr>
            <a:r>
              <a:t>Free = data layer. Premium = intelligence layer. Professional = operations layer. The more free users, the more valuable premium becomes.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WHAT myK9Show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C9A962"/>
                </a:solidFill>
              </a:defRPr>
            </a:pPr>
            <a:r>
              <a:t>Boundaries the session explicitly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Not a social network — competitive awareness (leaderboards), not friend lists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Not a spectator app — newcomer onboarding yes, spectator mode deferred to year 2-3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Not a breeding program manager — natural future extension, not the current product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Not a B2B analytics platform — requires massive adoption first, year 3+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Not a gamification platform — fitness tracker simplicity, not RPG skill trees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C9A962"/>
                </a:solidFill>
              </a:defRPr>
            </a:pPr>
            <a:r>
              <a:t>Tensions worth resolving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How does the Post-Show Moment reach exhibitors who haven't signed up?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What happens when career data is incomplete (partial platform adoption)?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How good does the constraint solver need to be at launch?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What's the minimum platform density for reliable intelligence?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Where exactly is the monetization line between free and premium?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TERRITORY NOT YET EXPLORED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>
                <a:solidFill>
                  <a:srgbClr val="C9A962"/>
                </a:solidFill>
              </a:defRPr>
            </a:pPr>
            <a:r>
              <a:t>Visible but not entered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The handler/agent perspective (managing multiple dogs for multiple owners)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Performance events (obedience, agility, rally — different career structures)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International showing (KC, FCI — different registries and title paths)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Integration with existing platforms (InfoDog, ShowEdge)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Data acquisition strategy (bootstrapping career data for existing exhibitors)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9144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Map the complete career data model and data flows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Design and test the Post-Show Moment notification experience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Prototype the Tuesday Screen for different career stages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Interview show secretaries about scheduling workflows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Prototype the conflict detection dashboard with real show data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Define minimum viable constraint solver capabilities</a:t>
            </a:r>
          </a:p>
          <a:p>
            <a:pPr>
              <a:spcAft>
                <a:spcPts val="800"/>
              </a:spcAft>
              <a:defRPr sz="1500">
                <a:solidFill>
                  <a:srgbClr val="4A5668"/>
                </a:solidFill>
              </a:defRPr>
            </a:pPr>
            <a:r>
              <a:t>• Validate monetization tiers with target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943600"/>
            <a:ext cx="8229600" cy="54864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C9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1B2A4A"/>
                </a:solidFill>
              </a:defRPr>
            </a:pPr>
            <a:r>
              <a:t>"The app understands that dog showing is a career, not a transaction, and that insight benefits both sides of the market."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